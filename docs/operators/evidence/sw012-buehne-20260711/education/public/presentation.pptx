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99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DF4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502920"/>
          </a:xfrm>
          <a:prstGeom prst="rect">
            <a:avLst/>
          </a:prstGeom>
          <a:solidFill>
            <a:srgbClr val="1421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91440"/>
            <a:ext cx="9875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14213D"/>
                </a:solidFill>
                <a:latin typeface="Arial"/>
              </a:rPr>
              <a:t>Kinderrechte im pädagogischen Alltag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52760" y="91440"/>
            <a:ext cx="914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1">
                <a:solidFill>
                  <a:srgbClr val="14213D"/>
                </a:solidFill>
                <a:latin typeface="Arial"/>
              </a:rPr>
              <a:t>1/6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749808"/>
            <a:ext cx="10881360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100" b="1">
                <a:solidFill>
                  <a:srgbClr val="14213D"/>
                </a:solidFill>
                <a:latin typeface="Arial"/>
              </a:rPr>
              <a:t>Leitfrage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737360"/>
            <a:ext cx="10241280" cy="740664"/>
          </a:xfrm>
          <a:prstGeom prst="rect">
            <a:avLst/>
          </a:prstGeom>
          <a:noFill/>
          <a:ln w="25400">
            <a:solidFill>
              <a:srgbClr val="14213D"/>
            </a:solidFill>
          </a:ln>
        </p:spPr>
        <p:txBody>
          <a:bodyPr wrap="square" anchor="t">
            <a:spAutoFit/>
          </a:bodyPr>
          <a:lstStyle/>
          <a:p>
            <a:pPr algn="l"/>
            <a:r>
              <a:rPr sz="2300" b="1">
                <a:solidFill>
                  <a:srgbClr val="14213D"/>
                </a:solidFill>
                <a:latin typeface="Arial"/>
              </a:rPr>
              <a:t>Wie werden Kinderrechte in Alltagssituationen konkret geschützt?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6327648"/>
            <a:ext cx="1088136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0">
                <a:solidFill>
                  <a:srgbClr val="14213D"/>
                </a:solidFill>
                <a:latin typeface="Arial"/>
              </a:rPr>
              <a:t>Quellen: Anonymisierte Learning-View-Quelle (education-variants-input.v1) · Revision af43afc87fb808a25b5306cf460e16bfe6a00515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DF4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502920"/>
          </a:xfrm>
          <a:prstGeom prst="rect">
            <a:avLst/>
          </a:prstGeom>
          <a:solidFill>
            <a:srgbClr val="1421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91440"/>
            <a:ext cx="9875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14213D"/>
                </a:solidFill>
                <a:latin typeface="Arial"/>
              </a:rPr>
              <a:t>Kinderrechte im pädagogischen Alltag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52760" y="91440"/>
            <a:ext cx="914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1">
                <a:solidFill>
                  <a:srgbClr val="14213D"/>
                </a:solidFill>
                <a:latin typeface="Arial"/>
              </a:rPr>
              <a:t>2/6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749808"/>
            <a:ext cx="10881360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100" b="1">
                <a:solidFill>
                  <a:srgbClr val="14213D"/>
                </a:solidFill>
                <a:latin typeface="Arial"/>
              </a:rPr>
              <a:t>Drei Lernziele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737360"/>
            <a:ext cx="10241280" cy="1691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0">
                <a:solidFill>
                  <a:srgbClr val="14213D"/>
                </a:solidFill>
                <a:latin typeface="Arial"/>
              </a:rPr>
              <a:t>• Schutz-, Förder- und Beteiligungsrechte unterscheiden</a:t>
            </a:r>
            <a:br/>
            <a:r>
              <a:t>• eine Alltagssituation aus mehreren Perspektiven prüfen</a:t>
            </a:r>
            <a:br/>
            <a:r>
              <a:t>• eine begründete pädagogische Handlung formulieren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6327648"/>
            <a:ext cx="1088136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0">
                <a:solidFill>
                  <a:srgbClr val="14213D"/>
                </a:solidFill>
                <a:latin typeface="Arial"/>
              </a:rPr>
              <a:t>Quellen: Anonymisierte Learning-View-Quelle (education-variants-input.v1) · Revision af43afc87fb808a25b5306cf460e16bfe6a00515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DF4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502920"/>
          </a:xfrm>
          <a:prstGeom prst="rect">
            <a:avLst/>
          </a:prstGeom>
          <a:solidFill>
            <a:srgbClr val="1421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91440"/>
            <a:ext cx="9875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14213D"/>
                </a:solidFill>
                <a:latin typeface="Arial"/>
              </a:rPr>
              <a:t>Kinderrechte im pädagogischen Alltag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52760" y="91440"/>
            <a:ext cx="914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1">
                <a:solidFill>
                  <a:srgbClr val="14213D"/>
                </a:solidFill>
                <a:latin typeface="Arial"/>
              </a:rPr>
              <a:t>3/6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749808"/>
            <a:ext cx="10881360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100" b="1">
                <a:solidFill>
                  <a:srgbClr val="14213D"/>
                </a:solidFill>
                <a:latin typeface="Arial"/>
              </a:rPr>
              <a:t>1. Situation erfassen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737360"/>
            <a:ext cx="10241280" cy="74066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0">
                <a:solidFill>
                  <a:srgbClr val="14213D"/>
                </a:solidFill>
                <a:latin typeface="Arial"/>
              </a:rPr>
              <a:t>Beobachtungen und Deutungen getrennt notieren.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642616"/>
            <a:ext cx="10241280" cy="740664"/>
          </a:xfrm>
          <a:prstGeom prst="rect">
            <a:avLst/>
          </a:prstGeom>
          <a:noFill/>
          <a:ln w="25400">
            <a:solidFill>
              <a:srgbClr val="14213D"/>
            </a:solidFill>
          </a:ln>
        </p:spPr>
        <p:txBody>
          <a:bodyPr wrap="square" anchor="t">
            <a:spAutoFit/>
          </a:bodyPr>
          <a:lstStyle/>
          <a:p>
            <a:pPr algn="l"/>
            <a:r>
              <a:rPr sz="2300" b="1">
                <a:solidFill>
                  <a:srgbClr val="14213D"/>
                </a:solidFill>
                <a:latin typeface="Arial"/>
              </a:rPr>
              <a:t>Ergebnis: eine sachliche Situationsbeschreibung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6327648"/>
            <a:ext cx="1088136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0">
                <a:solidFill>
                  <a:srgbClr val="14213D"/>
                </a:solidFill>
                <a:latin typeface="Arial"/>
              </a:rPr>
              <a:t>Quellen: Anonymisierte Learning-View-Quelle (education-variants-input.v1) · Revision af43afc87fb808a25b5306cf460e16bfe6a00515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DF4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502920"/>
          </a:xfrm>
          <a:prstGeom prst="rect">
            <a:avLst/>
          </a:prstGeom>
          <a:solidFill>
            <a:srgbClr val="1421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91440"/>
            <a:ext cx="9875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14213D"/>
                </a:solidFill>
                <a:latin typeface="Arial"/>
              </a:rPr>
              <a:t>Kinderrechte im pädagogischen Alltag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52760" y="91440"/>
            <a:ext cx="914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1">
                <a:solidFill>
                  <a:srgbClr val="14213D"/>
                </a:solidFill>
                <a:latin typeface="Arial"/>
              </a:rPr>
              <a:t>4/6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749808"/>
            <a:ext cx="10881360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100" b="1">
                <a:solidFill>
                  <a:srgbClr val="14213D"/>
                </a:solidFill>
                <a:latin typeface="Arial"/>
              </a:rPr>
              <a:t>2. Rechte zuordnen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737360"/>
            <a:ext cx="10241280" cy="74066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0">
                <a:solidFill>
                  <a:srgbClr val="14213D"/>
                </a:solidFill>
                <a:latin typeface="Arial"/>
              </a:rPr>
              <a:t>Betroffene Schutz-, Förder- und Beteiligungsrechte markieren.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642616"/>
            <a:ext cx="10241280" cy="740664"/>
          </a:xfrm>
          <a:prstGeom prst="rect">
            <a:avLst/>
          </a:prstGeom>
          <a:noFill/>
          <a:ln w="25400">
            <a:solidFill>
              <a:srgbClr val="14213D"/>
            </a:solidFill>
          </a:ln>
        </p:spPr>
        <p:txBody>
          <a:bodyPr wrap="square" anchor="t">
            <a:spAutoFit/>
          </a:bodyPr>
          <a:lstStyle/>
          <a:p>
            <a:pPr algn="l"/>
            <a:r>
              <a:rPr sz="2300" b="1">
                <a:solidFill>
                  <a:srgbClr val="14213D"/>
                </a:solidFill>
                <a:latin typeface="Arial"/>
              </a:rPr>
              <a:t>Ergebnis: eine begründete Rechtezuordnung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6327648"/>
            <a:ext cx="1088136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0">
                <a:solidFill>
                  <a:srgbClr val="14213D"/>
                </a:solidFill>
                <a:latin typeface="Arial"/>
              </a:rPr>
              <a:t>Quellen: Anonymisierte Learning-View-Quelle (education-variants-input.v1) · Revision af43afc87fb808a25b5306cf460e16bfe6a00515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DF4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502920"/>
          </a:xfrm>
          <a:prstGeom prst="rect">
            <a:avLst/>
          </a:prstGeom>
          <a:solidFill>
            <a:srgbClr val="1421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91440"/>
            <a:ext cx="9875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14213D"/>
                </a:solidFill>
                <a:latin typeface="Arial"/>
              </a:rPr>
              <a:t>Kinderrechte im pädagogischen Alltag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52760" y="91440"/>
            <a:ext cx="914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1">
                <a:solidFill>
                  <a:srgbClr val="14213D"/>
                </a:solidFill>
                <a:latin typeface="Arial"/>
              </a:rPr>
              <a:t>5/6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749808"/>
            <a:ext cx="10881360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100" b="1">
                <a:solidFill>
                  <a:srgbClr val="14213D"/>
                </a:solidFill>
                <a:latin typeface="Arial"/>
              </a:rPr>
              <a:t>3. Handlung abwägen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737360"/>
            <a:ext cx="10241280" cy="74066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0">
                <a:solidFill>
                  <a:srgbClr val="14213D"/>
                </a:solidFill>
                <a:latin typeface="Arial"/>
              </a:rPr>
              <a:t>Zwei Handlungswege nach Nutzen, Risiken und Beteiligung vergleichen.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642616"/>
            <a:ext cx="10241280" cy="740664"/>
          </a:xfrm>
          <a:prstGeom prst="rect">
            <a:avLst/>
          </a:prstGeom>
          <a:noFill/>
          <a:ln w="25400">
            <a:solidFill>
              <a:srgbClr val="14213D"/>
            </a:solidFill>
          </a:ln>
        </p:spPr>
        <p:txBody>
          <a:bodyPr wrap="square" anchor="t">
            <a:spAutoFit/>
          </a:bodyPr>
          <a:lstStyle/>
          <a:p>
            <a:pPr algn="l"/>
            <a:r>
              <a:rPr sz="2300" b="1">
                <a:solidFill>
                  <a:srgbClr val="14213D"/>
                </a:solidFill>
                <a:latin typeface="Arial"/>
              </a:rPr>
              <a:t>Ergebnis: eine begründete Handlungsempfehlung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6327648"/>
            <a:ext cx="1088136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0">
                <a:solidFill>
                  <a:srgbClr val="14213D"/>
                </a:solidFill>
                <a:latin typeface="Arial"/>
              </a:rPr>
              <a:t>Quellen: Anonymisierte Learning-View-Quelle (education-variants-input.v1) · Revision af43afc87fb808a25b5306cf460e16bfe6a00515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DF4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502920"/>
          </a:xfrm>
          <a:prstGeom prst="rect">
            <a:avLst/>
          </a:prstGeom>
          <a:solidFill>
            <a:srgbClr val="1421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91440"/>
            <a:ext cx="98755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14213D"/>
                </a:solidFill>
                <a:latin typeface="Arial"/>
              </a:rPr>
              <a:t>Kinderrechte im pädagogischen Alltag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52760" y="91440"/>
            <a:ext cx="914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1">
                <a:solidFill>
                  <a:srgbClr val="14213D"/>
                </a:solidFill>
                <a:latin typeface="Arial"/>
              </a:rPr>
              <a:t>6/6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749808"/>
            <a:ext cx="10881360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100" b="1">
                <a:solidFill>
                  <a:srgbClr val="14213D"/>
                </a:solidFill>
                <a:latin typeface="Arial"/>
              </a:rPr>
              <a:t>Sicherung und Datenschutz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737360"/>
            <a:ext cx="10241280" cy="74066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300" b="0">
                <a:solidFill>
                  <a:srgbClr val="14213D"/>
                </a:solidFill>
                <a:latin typeface="Arial"/>
              </a:rPr>
              <a:t>Welche Handlung schützt Rechte und ermöglicht zugleich Beteiligung?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642616"/>
            <a:ext cx="10241280" cy="1161288"/>
          </a:xfrm>
          <a:prstGeom prst="rect">
            <a:avLst/>
          </a:prstGeom>
          <a:noFill/>
          <a:ln w="25400">
            <a:solidFill>
              <a:srgbClr val="14213D"/>
            </a:solidFill>
          </a:ln>
        </p:spPr>
        <p:txBody>
          <a:bodyPr wrap="square" anchor="t">
            <a:spAutoFit/>
          </a:bodyPr>
          <a:lstStyle/>
          <a:p>
            <a:pPr algn="l"/>
            <a:r>
              <a:rPr sz="2300" b="1">
                <a:solidFill>
                  <a:srgbClr val="14213D"/>
                </a:solidFill>
                <a:latin typeface="Arial"/>
              </a:rPr>
              <a:t>Keine Namen, Noten, Kontaktdaten oder identifizierenden Falldetails verwenden.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6327648"/>
            <a:ext cx="1088136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0">
                <a:solidFill>
                  <a:srgbClr val="14213D"/>
                </a:solidFill>
                <a:latin typeface="Arial"/>
              </a:rPr>
              <a:t>Quellen: Anonymisierte Learning-View-Quelle (education-variants-input.v1) · Revision af43afc87fb808a25b5306cf460e16bfe6a00515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Kinderrechte im pädagogischen Alltag</dc:title>
  <dc:subject>public_projection_sha256=3fd7b736a969efaeb2b2bfa4c8673f1a352de77badc17c865bae60ce438b7be0;visible_content_sha256=1c6139b64c9f578eb189e1fdee25a1d7991aee352a4262420d1b1e5733b7a1d6</dc:subject>
  <dc:creator>Schauwerk</dc:creator>
  <cp:keywords>question,goals,observe,rights,weigh,check</cp:keywords>
  <dc:description>source_revision=af43afc87fb808a25b5306cf460e16bfe6a00515</dc:description>
  <cp:lastModifiedBy>Steve Canny</cp:lastModifiedBy>
  <cp:revision>1</cp:revision>
  <dcterms:created xsi:type="dcterms:W3CDTF">2000-01-01T00:00:00Z</dcterms:created>
  <dcterms:modified xsi:type="dcterms:W3CDTF">2000-01-01T00:00:00Z</dcterms:modified>
  <cp:category/>
  <dc:language>de-DE</dc:language>
</cp:coreProperties>
</file>
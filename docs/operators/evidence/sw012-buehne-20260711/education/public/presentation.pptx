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Kinderrechte im pädagogischen Alltag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914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rial"/>
              </a:rP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13D"/>
                </a:solidFill>
                <a:latin typeface="Arial"/>
              </a:rPr>
              <a:t>Leitfrage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241280" cy="740664"/>
          </a:xfrm>
          <a:prstGeom prst="rect">
            <a:avLst/>
          </a:prstGeom>
          <a:noFill/>
          <a:ln w="25400">
            <a:solidFill>
              <a:srgbClr val="14213D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213D"/>
                </a:solidFill>
                <a:latin typeface="Arial"/>
              </a:rPr>
              <a:t>Wie werden Kinderrechte in Alltagssituationen konkret geschützt?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276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4213D"/>
                </a:solidFill>
                <a:latin typeface="Arial"/>
              </a:rPr>
              <a:t>Quellen: Anonymisierte Learning-View-Quelle (education-variants-input.v1) · Revision af43afc87fb808a25b5306cf460e16bfe6a00515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Kinderrechte im pädagogischen Alltag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914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rial"/>
              </a:rP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13D"/>
                </a:solidFill>
                <a:latin typeface="Arial"/>
              </a:rPr>
              <a:t>Drei Lernziele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24128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4213D"/>
                </a:solidFill>
                <a:latin typeface="Arial"/>
              </a:rPr>
              <a:t>• Schutz-, Förder- und Beteiligungsrechte unterscheiden</a:t>
            </a:r>
            <a:br/>
            <a:r>
              <a:t>• eine Alltagssituation aus mehreren Perspektiven prüfen</a:t>
            </a:r>
            <a:br/>
            <a:r>
              <a:t>• eine begründete pädagogische Handlung formulieren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276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4213D"/>
                </a:solidFill>
                <a:latin typeface="Arial"/>
              </a:rPr>
              <a:t>Quellen: Anonymisierte Learning-View-Quelle (education-variants-input.v1) · Revision af43afc87fb808a25b5306cf460e16bfe6a00515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Kinderrechte im pädagogischen Alltag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914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rial"/>
              </a:rP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13D"/>
                </a:solidFill>
                <a:latin typeface="Arial"/>
              </a:rPr>
              <a:t>1. Situation erfassen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241280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14213D"/>
                </a:solidFill>
                <a:latin typeface="Arial"/>
              </a:rPr>
              <a:t>Beobachtungen und Deutungen getrennt notieren.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42616"/>
            <a:ext cx="10241280" cy="740664"/>
          </a:xfrm>
          <a:prstGeom prst="rect">
            <a:avLst/>
          </a:prstGeom>
          <a:noFill/>
          <a:ln w="25400">
            <a:solidFill>
              <a:srgbClr val="14213D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213D"/>
                </a:solidFill>
                <a:latin typeface="Arial"/>
              </a:rPr>
              <a:t>Ergebnis: eine sachliche Situationsbeschreibung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4213D"/>
                </a:solidFill>
                <a:latin typeface="Arial"/>
              </a:rPr>
              <a:t>Quellen: Anonymisierte Learning-View-Quelle (education-variants-input.v1) · Revision af43afc87fb808a25b5306cf460e16bfe6a00515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Kinderrechte im pädagogischen Alltag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914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rial"/>
              </a:rP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13D"/>
                </a:solidFill>
                <a:latin typeface="Arial"/>
              </a:rPr>
              <a:t>2. Rechte zuordnen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241280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14213D"/>
                </a:solidFill>
                <a:latin typeface="Arial"/>
              </a:rPr>
              <a:t>Betroffene Schutz-, Förder- und Beteiligungsrechte markieren.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42616"/>
            <a:ext cx="10241280" cy="740664"/>
          </a:xfrm>
          <a:prstGeom prst="rect">
            <a:avLst/>
          </a:prstGeom>
          <a:noFill/>
          <a:ln w="25400">
            <a:solidFill>
              <a:srgbClr val="14213D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213D"/>
                </a:solidFill>
                <a:latin typeface="Arial"/>
              </a:rPr>
              <a:t>Ergebnis: eine begründete Rechtezuordnung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4213D"/>
                </a:solidFill>
                <a:latin typeface="Arial"/>
              </a:rPr>
              <a:t>Quellen: Anonymisierte Learning-View-Quelle (education-variants-input.v1) · Revision af43afc87fb808a25b5306cf460e16bfe6a00515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Kinderrechte im pädagogischen Alltag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914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rial"/>
              </a:rP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13D"/>
                </a:solidFill>
                <a:latin typeface="Arial"/>
              </a:rPr>
              <a:t>3. Handlung abwägen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241280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14213D"/>
                </a:solidFill>
                <a:latin typeface="Arial"/>
              </a:rPr>
              <a:t>Zwei Handlungswege nach Nutzen, Risiken und Beteiligung vergleichen.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42616"/>
            <a:ext cx="10241280" cy="740664"/>
          </a:xfrm>
          <a:prstGeom prst="rect">
            <a:avLst/>
          </a:prstGeom>
          <a:noFill/>
          <a:ln w="25400">
            <a:solidFill>
              <a:srgbClr val="14213D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213D"/>
                </a:solidFill>
                <a:latin typeface="Arial"/>
              </a:rPr>
              <a:t>Ergebnis: eine begründete Handlungsempfehlung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4213D"/>
                </a:solidFill>
                <a:latin typeface="Arial"/>
              </a:rPr>
              <a:t>Quellen: Anonymisierte Learning-View-Quelle (education-variants-input.v1) · Revision af43afc87fb808a25b5306cf460e16bfe6a00515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Kinderrechte im pädagogischen Alltag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9144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rial"/>
              </a:rP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881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13D"/>
                </a:solidFill>
                <a:latin typeface="Arial"/>
              </a:rPr>
              <a:t>Sicherung und Datenschutz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241280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14213D"/>
                </a:solidFill>
                <a:latin typeface="Arial"/>
              </a:rPr>
              <a:t>Welche Handlung schützt Rechte und ermöglicht zugleich Beteiligung?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42616"/>
            <a:ext cx="10241280" cy="1161288"/>
          </a:xfrm>
          <a:prstGeom prst="rect">
            <a:avLst/>
          </a:prstGeom>
          <a:noFill/>
          <a:ln w="25400">
            <a:solidFill>
              <a:srgbClr val="14213D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4213D"/>
                </a:solidFill>
                <a:latin typeface="Arial"/>
              </a:rPr>
              <a:t>Keine Namen, Noten, Kontaktdaten oder identifizierenden Falldetails verwenden.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2764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14213D"/>
                </a:solidFill>
                <a:latin typeface="Arial"/>
              </a:rPr>
              <a:t>Quellen: Anonymisierte Learning-View-Quelle (education-variants-input.v1) · Revision af43afc87fb808a25b5306cf460e16bfe6a00515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Kinderrechte im pädagogischen Alltag</dc:title>
  <dc:subject>public_projection_sha256=3fd7b736a969efaeb2b2bfa4c8673f1a352de77badc17c865bae60ce438b7be0;visible_content_sha256=1c6139b64c9f578eb189e1fdee25a1d7991aee352a4262420d1b1e5733b7a1d6</dc:subject>
  <dc:creator>Schauwerk</dc:creator>
  <cp:keywords>question,goals,observe,rights,weigh,check</cp:keywords>
  <dc:description>source_revision=af43afc87fb808a25b5306cf460e16bfe6a00515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  <dc:language>de-DE</dc:language>
</cp:coreProperties>
</file>
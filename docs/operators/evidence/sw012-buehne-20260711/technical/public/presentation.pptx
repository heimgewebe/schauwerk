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Arial"/>
              </a:rPr>
              <a:t>Grabowski: Vertrag, Beobachtung und sichere Wirkung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914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4213D"/>
                </a:solidFill>
                <a:latin typeface="Arial"/>
              </a:rP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13D"/>
                </a:solidFill>
                <a:latin typeface="Arial"/>
              </a:rPr>
              <a:t>Grabowski als kontrollierter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1161288"/>
          </a:xfrm>
          <a:prstGeom prst="rect">
            <a:avLst/>
          </a:prstGeom>
          <a:noFill/>
          <a:ln w="25400">
            <a:solidFill>
              <a:srgbClr val="14213D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213D"/>
                </a:solidFill>
                <a:latin typeface="Arial"/>
              </a:rPr>
              <a:t>Der statische Vertrag beschreibt Fähigkeiten; wechselnde Laufzeitdaten bleiben getrennte Beobachtungen.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4213D"/>
                </a:solidFill>
                <a:latin typeface="Arial"/>
              </a:rPr>
              <a:t>Quellen: Sanitisierter Grabowski-Betriebssnapshot (2026-07-10-fixture) · Revision af43afc87fb808a25b5306cf460e16bfe6a00515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Arial"/>
              </a:rPr>
              <a:t>Grabowski: Vertrag, Beobachtung und sichere Wirkung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914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4213D"/>
                </a:solidFill>
                <a:latin typeface="Arial"/>
              </a:rPr>
              <a:t>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13D"/>
                </a:solidFill>
                <a:latin typeface="Arial"/>
              </a:rPr>
              <a:t>Was ist hier verlässlich?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4213D"/>
                </a:solidFill>
                <a:latin typeface="Arial"/>
              </a:rPr>
              <a:t>• Quellsysteme bleiben maßgeblich.</a:t>
            </a:r>
            <a:br/>
            <a:r>
              <a:t>• Die Darstellung enthält keine Geheimnisse oder Rohkommandos.</a:t>
            </a:r>
            <a:br/>
            <a:r>
              <a:t>• Keine Provider-Mutation wurde ausgeführt.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4213D"/>
                </a:solidFill>
                <a:latin typeface="Arial"/>
              </a:rPr>
              <a:t>Quellen: Sanitisierter Grabowski-Betriebssnapshot (2026-07-10-fixture) · Revision af43afc87fb808a25b5306cf460e16bfe6a00515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Arial"/>
              </a:rPr>
              <a:t>Grabowski: Vertrag, Beobachtung und sichere Wirkung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914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4213D"/>
                </a:solidFill>
                <a:latin typeface="Arial"/>
              </a:rPr>
              <a:t>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13D"/>
                </a:solidFill>
                <a:latin typeface="Arial"/>
              </a:rPr>
              <a:t>Vier beobachtete Kanäle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4213D"/>
                </a:solidFill>
                <a:latin typeface="Arial"/>
              </a:rPr>
              <a:t>• Hosts: teilweise verfügbar</a:t>
            </a:r>
            <a:br/>
            <a:r>
              <a:t>• Runtime: teilweise verfügbar</a:t>
            </a:r>
            <a:br/>
            <a:r>
              <a:t>• Aktuelle Arbeit: gesund</a:t>
            </a:r>
            <a:br/>
            <a:r>
              <a:t>• Bekannte Lücken: gesund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4213D"/>
                </a:solidFill>
                <a:latin typeface="Arial"/>
              </a:rPr>
              <a:t>Quellen: Sanitisierter Grabowski-Betriebssnapshot (2026-07-10-fixture) · Revision af43afc87fb808a25b5306cf460e16bfe6a00515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Arial"/>
              </a:rPr>
              <a:t>Grabowski: Vertrag, Beobachtung und sichere Wirkung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914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4213D"/>
                </a:solidFill>
                <a:latin typeface="Arial"/>
              </a:rPr>
              <a:t>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13D"/>
                </a:solidFill>
                <a:latin typeface="Arial"/>
              </a:rPr>
              <a:t>Degradierung bleibt sichtbar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14213D"/>
                </a:solidFill>
                <a:latin typeface="Arial"/>
              </a:rPr>
              <a:t>Ein unvollständiger Runtime-Kanal senkt den Gesamtzustand, ohne andere Diagnosepfade zu löschen.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241280" cy="740664"/>
          </a:xfrm>
          <a:prstGeom prst="rect">
            <a:avLst/>
          </a:prstGeom>
          <a:noFill/>
          <a:ln w="25400">
            <a:solidFill>
              <a:srgbClr val="14213D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213D"/>
                </a:solidFill>
                <a:latin typeface="Arial"/>
              </a:rPr>
              <a:t>Provider- oder Kanalfehler dürfen lokale Evidenz nicht unsichtbar machen.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4213D"/>
                </a:solidFill>
                <a:latin typeface="Arial"/>
              </a:rPr>
              <a:t>Quellen: Sanitisierter Grabowski-Betriebssnapshot (2026-07-10-fixture) · Revision af43afc87fb808a25b5306cf460e16bfe6a00515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Arial"/>
              </a:rPr>
              <a:t>Grabowski: Vertrag, Beobachtung und sichere Wirkung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914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4213D"/>
                </a:solidFill>
                <a:latin typeface="Arial"/>
              </a:rPr>
              <a:t>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13D"/>
                </a:solidFill>
                <a:latin typeface="Arial"/>
              </a:rPr>
              <a:t>Entscheidungsregel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4213D"/>
                </a:solidFill>
                <a:latin typeface="Arial"/>
              </a:rPr>
              <a:t>• Quelle und Beobachtungszeit nennen.</a:t>
            </a:r>
            <a:br/>
            <a:r>
              <a:t>• Partielle Zustände nicht zu gesund glätten.</a:t>
            </a:r>
            <a:br/>
            <a:r>
              <a:t>• Wirkungen nur über einen aktuellen, gebundenen Gate-Vertrag auslösen.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4213D"/>
                </a:solidFill>
                <a:latin typeface="Arial"/>
              </a:rPr>
              <a:t>Quellen: Sanitisierter Grabowski-Betriebssnapshot (2026-07-10-fixture) · Revision af43afc87fb808a25b5306cf460e16bfe6a00515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Grabowski: Vertrag, Beobachtung und sichere Wirkung</dc:title>
  <dc:subject>public_projection_sha256=4e4e62e635bdb5a2b451da3c7640d96d4b728e2febfd9a84b1af5b9c119aa53e;visible_content_sha256=26226651e342b8ef11e87a3eca5cd99c160ced65fe179abff28d90422945d2e0</dc:subject>
  <dc:creator>Schauwerk</dc:creator>
  <cp:keywords>orientation,authority,channels,degradation,close</cp:keywords>
  <dc:description>source_revision=af43afc87fb808a25b5306cf460e16bfe6a00515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  <dc:language>de-DE</dc:language>
</cp:coreProperties>
</file>